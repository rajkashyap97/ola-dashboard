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3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25.sv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9.svg"/><Relationship Id="rId5" Type="http://schemas.openxmlformats.org/officeDocument/2006/relationships/image" Target="../media/image4.svg"/><Relationship Id="rId15" Type="http://schemas.openxmlformats.org/officeDocument/2006/relationships/image" Target="../media/image18.png"/><Relationship Id="rId10" Type="http://schemas.openxmlformats.org/officeDocument/2006/relationships/image" Target="../media/image28.png"/><Relationship Id="rId19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RAJ KUMAR</cp:lastModifiedBy>
  <cp:revision>7</cp:revision>
  <dcterms:created xsi:type="dcterms:W3CDTF">2024-10-05T18:58:27Z</dcterms:created>
  <dcterms:modified xsi:type="dcterms:W3CDTF">2025-11-16T08:22:38Z</dcterms:modified>
</cp:coreProperties>
</file>